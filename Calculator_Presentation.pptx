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Calculator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Tkinter GUI Application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| Project 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turn a console calculator into a graphical desktop app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Python's standard GUI toolkit, Tkinter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in Visual Studio Code, hosted on GitHub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buttons replace typed input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Features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display screen for expressions and results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for digits 0-9 and decimal point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Addition, subtraction, multiplication, division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to calculate and C to clear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Extras: backspace button and keyboard support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Learning Outcomes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Python: variables, functions, loops, error handling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Tkinter: Tk, Entry, Button, grid layout, events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 as the IDE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for version control and submission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development in Python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Code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(equation) stores what the user has typed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click(): adds the pressed button to the equation and shows it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calculate(): solves the equation with eval() when = is pressed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clear() and backspace(): empty the screen or delete the last digit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key_press(): lets the user type from the keyboard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shows a message for errors like divide by zero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Calculations</a:t>
            </a:r>
            <a:endParaRPr lang="en-US" sz="3000" dirty="0"/>
          </a:p>
        </p:txBody>
      </p:sp>
      <p:pic>
        <p:nvPicPr>
          <p:cNvPr id="3" name="Image 0" descr="/mnt/user-data/outputs/screenshots/st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97280"/>
            <a:ext cx="2221992" cy="3200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6ADC8"/>
                </a:solidFill>
              </a:rPr>
              <a:t>Start screen</a:t>
            </a:r>
            <a:endParaRPr lang="en-US" sz="1400" dirty="0"/>
          </a:p>
        </p:txBody>
      </p:sp>
      <p:pic>
        <p:nvPicPr>
          <p:cNvPr id="5" name="Image 1" descr="/mnt/user-data/outputs/screenshots/addi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29000" y="1097280"/>
            <a:ext cx="2221992" cy="32004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42900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6ADC8"/>
                </a:solidFill>
              </a:rPr>
              <a:t>12+8</a:t>
            </a:r>
            <a:endParaRPr lang="en-US" sz="1400" dirty="0"/>
          </a:p>
        </p:txBody>
      </p:sp>
      <p:pic>
        <p:nvPicPr>
          <p:cNvPr id="7" name="Image 2" descr="/mnt/user-data/outputs/screenshots/mul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1097280"/>
            <a:ext cx="2221992" cy="32004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21792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6ADC8"/>
                </a:solidFill>
              </a:rPr>
              <a:t>7*6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Mixed &amp; Error Handling</a:t>
            </a:r>
            <a:endParaRPr lang="en-US" sz="3000" dirty="0"/>
          </a:p>
        </p:txBody>
      </p:sp>
      <p:pic>
        <p:nvPicPr>
          <p:cNvPr id="3" name="Image 0" descr="/mnt/user-data/outputs/screenshots/m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63040" y="1097280"/>
            <a:ext cx="2221992" cy="3200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4389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6ADC8"/>
                </a:solidFill>
              </a:rPr>
              <a:t>125/4+3.5 = 34.75</a:t>
            </a:r>
            <a:endParaRPr lang="en-US" sz="1400" dirty="0"/>
          </a:p>
        </p:txBody>
      </p:sp>
      <p:pic>
        <p:nvPicPr>
          <p:cNvPr id="5" name="Image 1" descr="/mnt/user-data/outputs/screenshots/div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097280"/>
            <a:ext cx="2221992" cy="32004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480560" y="4389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6ADC8"/>
                </a:solidFill>
              </a:rPr>
              <a:t>5/0 handled safely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GUI calculator built from scratch in Python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Practised event-driven programming with Tkinter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upgrades: scientific functions, history, themes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available on GitHub: &lt;add your repository link here&gt;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Calculator - Tkinter</dc:title>
  <dc:subject>PptxGenJS Presentation</dc:subject>
  <dc:creator>PptxGenJS</dc:creator>
  <cp:lastModifiedBy>PptxGenJS</cp:lastModifiedBy>
  <cp:revision>1</cp:revision>
  <dcterms:created xsi:type="dcterms:W3CDTF">2026-10-15T06:01:52Z</dcterms:created>
  <dcterms:modified xsi:type="dcterms:W3CDTF">2026-10-15T06:01:52Z</dcterms:modified>
</cp:coreProperties>
</file>